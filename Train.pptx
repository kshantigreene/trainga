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785F3E-4495-4EF2-B18D-78EE4860F771}" v="4" dt="2026-02-12T15:40:06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7" d="100"/>
          <a:sy n="97" d="100"/>
        </p:scale>
        <p:origin x="144" y="-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shanti Greene" userId="28e1ed96-404d-4c65-a9c9-74516df10d1f" providerId="ADAL" clId="{71D549BC-E620-4014-A3AC-EA7D38768A7F}"/>
    <pc:docChg chg="custSel addSld modSld">
      <pc:chgData name="Kshanti Greene" userId="28e1ed96-404d-4c65-a9c9-74516df10d1f" providerId="ADAL" clId="{71D549BC-E620-4014-A3AC-EA7D38768A7F}" dt="2026-02-12T15:43:38.639" v="90" actId="22"/>
      <pc:docMkLst>
        <pc:docMk/>
      </pc:docMkLst>
      <pc:sldChg chg="delSp modSp mod">
        <pc:chgData name="Kshanti Greene" userId="28e1ed96-404d-4c65-a9c9-74516df10d1f" providerId="ADAL" clId="{71D549BC-E620-4014-A3AC-EA7D38768A7F}" dt="2026-02-11T20:28:18.874" v="14" actId="1076"/>
        <pc:sldMkLst>
          <pc:docMk/>
          <pc:sldMk cId="3931581235" sldId="256"/>
        </pc:sldMkLst>
        <pc:spChg chg="mod">
          <ac:chgData name="Kshanti Greene" userId="28e1ed96-404d-4c65-a9c9-74516df10d1f" providerId="ADAL" clId="{71D549BC-E620-4014-A3AC-EA7D38768A7F}" dt="2026-02-11T20:28:18.874" v="14" actId="1076"/>
          <ac:spMkLst>
            <pc:docMk/>
            <pc:sldMk cId="3931581235" sldId="256"/>
            <ac:spMk id="4" creationId="{33B589F1-51A4-09AB-1D81-111C25F4E91D}"/>
          </ac:spMkLst>
        </pc:spChg>
        <pc:spChg chg="mod">
          <ac:chgData name="Kshanti Greene" userId="28e1ed96-404d-4c65-a9c9-74516df10d1f" providerId="ADAL" clId="{71D549BC-E620-4014-A3AC-EA7D38768A7F}" dt="2026-02-11T20:28:18.874" v="14" actId="1076"/>
          <ac:spMkLst>
            <pc:docMk/>
            <pc:sldMk cId="3931581235" sldId="256"/>
            <ac:spMk id="5" creationId="{F250FB36-6499-569A-9C87-9354DD17DE72}"/>
          </ac:spMkLst>
        </pc:spChg>
        <pc:spChg chg="mod">
          <ac:chgData name="Kshanti Greene" userId="28e1ed96-404d-4c65-a9c9-74516df10d1f" providerId="ADAL" clId="{71D549BC-E620-4014-A3AC-EA7D38768A7F}" dt="2026-02-11T20:28:18.874" v="14" actId="1076"/>
          <ac:spMkLst>
            <pc:docMk/>
            <pc:sldMk cId="3931581235" sldId="256"/>
            <ac:spMk id="6" creationId="{19143E53-F12E-80C1-81A0-C31B41F44689}"/>
          </ac:spMkLst>
        </pc:spChg>
        <pc:spChg chg="mod">
          <ac:chgData name="Kshanti Greene" userId="28e1ed96-404d-4c65-a9c9-74516df10d1f" providerId="ADAL" clId="{71D549BC-E620-4014-A3AC-EA7D38768A7F}" dt="2026-02-11T20:28:18.874" v="14" actId="1076"/>
          <ac:spMkLst>
            <pc:docMk/>
            <pc:sldMk cId="3931581235" sldId="256"/>
            <ac:spMk id="7" creationId="{FA193F3E-AB35-6115-2B89-AD463DDD1CE9}"/>
          </ac:spMkLst>
        </pc:spChg>
        <pc:spChg chg="del">
          <ac:chgData name="Kshanti Greene" userId="28e1ed96-404d-4c65-a9c9-74516df10d1f" providerId="ADAL" clId="{71D549BC-E620-4014-A3AC-EA7D38768A7F}" dt="2026-02-11T20:28:07.450" v="12" actId="478"/>
          <ac:spMkLst>
            <pc:docMk/>
            <pc:sldMk cId="3931581235" sldId="256"/>
            <ac:spMk id="8" creationId="{621D274F-3B35-6FF8-F2D4-18C551F55399}"/>
          </ac:spMkLst>
        </pc:spChg>
        <pc:spChg chg="mod">
          <ac:chgData name="Kshanti Greene" userId="28e1ed96-404d-4c65-a9c9-74516df10d1f" providerId="ADAL" clId="{71D549BC-E620-4014-A3AC-EA7D38768A7F}" dt="2026-02-11T20:28:18.874" v="14" actId="1076"/>
          <ac:spMkLst>
            <pc:docMk/>
            <pc:sldMk cId="3931581235" sldId="256"/>
            <ac:spMk id="9" creationId="{D6E88DA3-1C76-65EE-E435-64105D45C399}"/>
          </ac:spMkLst>
        </pc:spChg>
        <pc:spChg chg="mod">
          <ac:chgData name="Kshanti Greene" userId="28e1ed96-404d-4c65-a9c9-74516df10d1f" providerId="ADAL" clId="{71D549BC-E620-4014-A3AC-EA7D38768A7F}" dt="2026-02-11T20:28:18.874" v="14" actId="1076"/>
          <ac:spMkLst>
            <pc:docMk/>
            <pc:sldMk cId="3931581235" sldId="256"/>
            <ac:spMk id="10" creationId="{CBEEAC69-CC67-F0CE-7100-6370D91BDC92}"/>
          </ac:spMkLst>
        </pc:spChg>
        <pc:spChg chg="del">
          <ac:chgData name="Kshanti Greene" userId="28e1ed96-404d-4c65-a9c9-74516df10d1f" providerId="ADAL" clId="{71D549BC-E620-4014-A3AC-EA7D38768A7F}" dt="2026-02-11T20:27:49.021" v="11" actId="478"/>
          <ac:spMkLst>
            <pc:docMk/>
            <pc:sldMk cId="3931581235" sldId="256"/>
            <ac:spMk id="16" creationId="{0FFF8F57-0E18-C9D2-3513-F65AD9059DD7}"/>
          </ac:spMkLst>
        </pc:spChg>
      </pc:sldChg>
      <pc:sldChg chg="addSp delSp modSp new mod">
        <pc:chgData name="Kshanti Greene" userId="28e1ed96-404d-4c65-a9c9-74516df10d1f" providerId="ADAL" clId="{71D549BC-E620-4014-A3AC-EA7D38768A7F}" dt="2026-02-12T15:43:38.639" v="90" actId="22"/>
        <pc:sldMkLst>
          <pc:docMk/>
          <pc:sldMk cId="238703488" sldId="257"/>
        </pc:sldMkLst>
        <pc:spChg chg="add">
          <ac:chgData name="Kshanti Greene" userId="28e1ed96-404d-4c65-a9c9-74516df10d1f" providerId="ADAL" clId="{71D549BC-E620-4014-A3AC-EA7D38768A7F}" dt="2026-02-12T15:31:16.406" v="16"/>
          <ac:spMkLst>
            <pc:docMk/>
            <pc:sldMk cId="238703488" sldId="257"/>
            <ac:spMk id="2" creationId="{CF8FA785-875F-68C4-00B2-1BE4AEFF0775}"/>
          </ac:spMkLst>
        </pc:spChg>
        <pc:spChg chg="add mod">
          <ac:chgData name="Kshanti Greene" userId="28e1ed96-404d-4c65-a9c9-74516df10d1f" providerId="ADAL" clId="{71D549BC-E620-4014-A3AC-EA7D38768A7F}" dt="2026-02-12T15:31:30.186" v="18" actId="14100"/>
          <ac:spMkLst>
            <pc:docMk/>
            <pc:sldMk cId="238703488" sldId="257"/>
            <ac:spMk id="3" creationId="{D97B1823-966F-DBEA-3E07-02936A64D198}"/>
          </ac:spMkLst>
        </pc:spChg>
        <pc:spChg chg="add mod">
          <ac:chgData name="Kshanti Greene" userId="28e1ed96-404d-4c65-a9c9-74516df10d1f" providerId="ADAL" clId="{71D549BC-E620-4014-A3AC-EA7D38768A7F}" dt="2026-02-12T15:40:45.553" v="84" actId="1037"/>
          <ac:spMkLst>
            <pc:docMk/>
            <pc:sldMk cId="238703488" sldId="257"/>
            <ac:spMk id="6" creationId="{7593F8B3-F63E-F32A-4BE4-3D3E84F96F8A}"/>
          </ac:spMkLst>
        </pc:spChg>
        <pc:picChg chg="add del">
          <ac:chgData name="Kshanti Greene" userId="28e1ed96-404d-4c65-a9c9-74516df10d1f" providerId="ADAL" clId="{71D549BC-E620-4014-A3AC-EA7D38768A7F}" dt="2026-02-12T15:43:38.208" v="89" actId="478"/>
          <ac:picMkLst>
            <pc:docMk/>
            <pc:sldMk cId="238703488" sldId="257"/>
            <ac:picMk id="5" creationId="{2FF16177-3FD2-A322-F531-D2B98DE9DCE6}"/>
          </ac:picMkLst>
        </pc:picChg>
        <pc:picChg chg="add">
          <ac:chgData name="Kshanti Greene" userId="28e1ed96-404d-4c65-a9c9-74516df10d1f" providerId="ADAL" clId="{71D549BC-E620-4014-A3AC-EA7D38768A7F}" dt="2026-02-12T15:43:38.639" v="90" actId="22"/>
          <ac:picMkLst>
            <pc:docMk/>
            <pc:sldMk cId="238703488" sldId="257"/>
            <ac:picMk id="8" creationId="{E666820A-2EF7-53BC-5CC6-C37302DCBE3D}"/>
          </ac:picMkLst>
        </pc:picChg>
      </pc:sldChg>
      <pc:sldChg chg="addSp new mod">
        <pc:chgData name="Kshanti Greene" userId="28e1ed96-404d-4c65-a9c9-74516df10d1f" providerId="ADAL" clId="{71D549BC-E620-4014-A3AC-EA7D38768A7F}" dt="2026-02-12T15:42:29.068" v="86" actId="22"/>
        <pc:sldMkLst>
          <pc:docMk/>
          <pc:sldMk cId="3446814597" sldId="258"/>
        </pc:sldMkLst>
        <pc:picChg chg="add">
          <ac:chgData name="Kshanti Greene" userId="28e1ed96-404d-4c65-a9c9-74516df10d1f" providerId="ADAL" clId="{71D549BC-E620-4014-A3AC-EA7D38768A7F}" dt="2026-02-12T15:42:29.068" v="86" actId="22"/>
          <ac:picMkLst>
            <pc:docMk/>
            <pc:sldMk cId="3446814597" sldId="258"/>
            <ac:picMk id="3" creationId="{C9726DA5-2B19-F1C5-DB04-76770D16AD62}"/>
          </ac:picMkLst>
        </pc:picChg>
      </pc:sldChg>
      <pc:sldChg chg="addSp new mod">
        <pc:chgData name="Kshanti Greene" userId="28e1ed96-404d-4c65-a9c9-74516df10d1f" providerId="ADAL" clId="{71D549BC-E620-4014-A3AC-EA7D38768A7F}" dt="2026-02-12T15:43:05.915" v="88" actId="22"/>
        <pc:sldMkLst>
          <pc:docMk/>
          <pc:sldMk cId="1558052380" sldId="259"/>
        </pc:sldMkLst>
        <pc:picChg chg="add">
          <ac:chgData name="Kshanti Greene" userId="28e1ed96-404d-4c65-a9c9-74516df10d1f" providerId="ADAL" clId="{71D549BC-E620-4014-A3AC-EA7D38768A7F}" dt="2026-02-12T15:43:05.915" v="88" actId="22"/>
          <ac:picMkLst>
            <pc:docMk/>
            <pc:sldMk cId="1558052380" sldId="259"/>
            <ac:picMk id="3" creationId="{E4E56394-3C73-E951-084F-B7DE22260A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1E0C-0EA3-E075-5999-5DD19F9CF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4110C-44B7-241D-7FCA-D6CF94C47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03D0D-454D-4579-02DC-700C521F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7700B-FFD7-B619-1272-18E88C13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A16F3-30DF-3EF9-3A11-78E5CAAC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7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3F96-A30F-FF96-D8C9-98E79F00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4CF7E-1F77-2AFF-2D30-F25845536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0BB15-D09C-34A2-EFB4-4C44FE4A3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258C3-216F-6630-DF2B-FA428CAC3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5DE72-88DA-3320-D2D2-BF69D7D0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7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BB3C9-5165-5536-501D-FA2749FF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9F320-BAAE-AB0D-76A9-5811F240E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BE523-23E1-64A3-2ED9-9AE21796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26882-8189-0616-F8D9-C6953CE3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7F7FA-231F-6A0E-BF7F-4076C336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7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2BE6-3EB9-3C89-AE4E-A780448F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9B424-761C-2053-BB55-9451E0F2A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90A92-444C-3F9C-1CCC-3B655EE4C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4BD4-9069-B751-B03E-8B5366F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70D38-BCE8-3539-9EAB-7CD574377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8C5AD-73A4-22CA-F949-AAD9B6E74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6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7C44-CDC9-A820-4243-AC3181C9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25792-2BA8-9E23-3C42-FD0DB4E9A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34E4F-652F-106A-1414-386A6CD81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8D330A-43BE-3DF0-AE27-7EBE70D22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6E53CD-ECC4-B8B2-1DD0-D1312BBFF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B7A95-633D-AF20-0E61-A44E7E09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C1EFEF-5306-8BEA-87C0-D47E4CEE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44E7FF-AE4F-5C74-4ED2-1C625F5D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2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FC63-EA08-9B6C-D485-3C006816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AF9BC-D756-B453-E6D5-63C231DF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EF0C8-D9C3-6FF7-2A01-8B3E96FF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818B9-D406-772F-EC6D-AB9368DB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7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A7848-2065-19BD-B157-D3537D1A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B0E15E-5AE8-FF56-F115-7CF24C7D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320DC-B12A-C0CC-8D44-0DD58EED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85F0-2006-5DD7-BE05-800B2594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A0FD0-E5DB-CB1E-B064-DB31D51A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F5A17-5E31-2E41-A0A1-B35A5E7C1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E2D96-10CF-70BB-43E3-6036C076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85A09-EC28-97D0-8C59-CA5F2366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98DED-D541-7043-913B-82BC7463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81EA-5558-EB75-69B0-8CFB12FE0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4E1A1C-0E8E-274B-23BC-890D2E9F32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724BB-FD50-E5A6-FD8B-E6C01613B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C4F4F-1D92-FA96-4827-243F831D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BD4D5-EC0B-12C3-0D8D-4E1BD6FD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6D4EE-42F8-2C2E-1B5B-49DEB10F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6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0FEC6-22EF-AAED-591D-B0965337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EE2A8-8A58-B7E7-2B23-B883F511D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B3A9E-3E8D-765F-6CDE-7D87FF47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9E54C-EE25-234B-E70D-41DCE554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2F875-6ADA-47F0-359D-134239C7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98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0C01D-0250-58F9-E429-7E0016B13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022CB-626C-DE49-1F04-34D7B751C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E564C-18C3-FD05-F0CF-0BC6305F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24FDD-BE82-E168-F151-9C5928595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EECDC-E800-9DDB-B6BE-EFA9D834C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8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4B548E-4A7D-4B8E-A14D-1AB71A8B3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D3D63-D923-C6C6-DB56-5E17437E5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E758B-671C-8141-9264-B5B25CFE7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76F83-C1C5-4E96-944B-5C890BA9B4A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A92B3-8DFE-3456-5034-ACCAEA74D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CD9CB-10D5-E553-B7C7-10393B0B7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72354-9204-459D-93BF-4B36F4633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6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B589F1-51A4-09AB-1D81-111C25F4E91D}"/>
              </a:ext>
            </a:extLst>
          </p:cNvPr>
          <p:cNvSpPr/>
          <p:nvPr/>
        </p:nvSpPr>
        <p:spPr>
          <a:xfrm>
            <a:off x="1284950" y="937736"/>
            <a:ext cx="1447801" cy="6980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</a:t>
            </a:r>
            <a:br>
              <a:rPr lang="en-US" dirty="0"/>
            </a:br>
            <a:r>
              <a:rPr lang="en-US" dirty="0"/>
              <a:t>Car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50FB36-6499-569A-9C87-9354DD17DE72}"/>
              </a:ext>
            </a:extLst>
          </p:cNvPr>
          <p:cNvSpPr/>
          <p:nvPr/>
        </p:nvSpPr>
        <p:spPr>
          <a:xfrm>
            <a:off x="9018637" y="927904"/>
            <a:ext cx="1317522" cy="69809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First 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143E53-F12E-80C1-81A0-C31B41F44689}"/>
              </a:ext>
            </a:extLst>
          </p:cNvPr>
          <p:cNvSpPr/>
          <p:nvPr/>
        </p:nvSpPr>
        <p:spPr>
          <a:xfrm>
            <a:off x="2878392" y="937736"/>
            <a:ext cx="1317522" cy="69809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Third</a:t>
            </a:r>
            <a:br>
              <a:rPr lang="en-US" dirty="0"/>
            </a:br>
            <a:r>
              <a:rPr lang="en-US" dirty="0"/>
              <a:t>Class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193F3E-AB35-6115-2B89-AD463DDD1CE9}"/>
              </a:ext>
            </a:extLst>
          </p:cNvPr>
          <p:cNvSpPr/>
          <p:nvPr/>
        </p:nvSpPr>
        <p:spPr>
          <a:xfrm>
            <a:off x="4487196" y="927904"/>
            <a:ext cx="1317522" cy="69809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Dining </a:t>
            </a:r>
            <a:br>
              <a:rPr lang="en-US" dirty="0"/>
            </a:br>
            <a:r>
              <a:rPr lang="en-US" dirty="0"/>
              <a:t>Car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E88DA3-1C76-65EE-E435-64105D45C399}"/>
              </a:ext>
            </a:extLst>
          </p:cNvPr>
          <p:cNvSpPr/>
          <p:nvPr/>
        </p:nvSpPr>
        <p:spPr>
          <a:xfrm>
            <a:off x="6096000" y="918072"/>
            <a:ext cx="1317522" cy="69809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Second Class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EEAC69-CC67-F0CE-7100-6370D91BDC92}"/>
              </a:ext>
            </a:extLst>
          </p:cNvPr>
          <p:cNvSpPr/>
          <p:nvPr/>
        </p:nvSpPr>
        <p:spPr>
          <a:xfrm>
            <a:off x="7570836" y="898407"/>
            <a:ext cx="1317522" cy="69809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Bathroom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78A71-8665-3BA0-A2B1-3761ED88A4B6}"/>
              </a:ext>
            </a:extLst>
          </p:cNvPr>
          <p:cNvSpPr txBox="1"/>
          <p:nvPr/>
        </p:nvSpPr>
        <p:spPr>
          <a:xfrm>
            <a:off x="1661652" y="2497394"/>
            <a:ext cx="39176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First Class:</a:t>
            </a:r>
            <a:r>
              <a:rPr lang="en-US" dirty="0"/>
              <a:t> 10 passengers per car</a:t>
            </a:r>
          </a:p>
          <a:p>
            <a:r>
              <a:rPr lang="en-US" b="1" dirty="0"/>
              <a:t>Second Class: </a:t>
            </a:r>
            <a:r>
              <a:rPr lang="en-US" dirty="0"/>
              <a:t>24 passengers per car</a:t>
            </a:r>
          </a:p>
          <a:p>
            <a:r>
              <a:rPr lang="en-US" b="1" dirty="0"/>
              <a:t>Third Class:</a:t>
            </a:r>
            <a:r>
              <a:rPr lang="en-US" dirty="0"/>
              <a:t> 50 passengers per car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D07413-6613-209A-B6FF-C9FF238E2216}"/>
              </a:ext>
            </a:extLst>
          </p:cNvPr>
          <p:cNvSpPr txBox="1"/>
          <p:nvPr/>
        </p:nvSpPr>
        <p:spPr>
          <a:xfrm>
            <a:off x="5046859" y="3718740"/>
            <a:ext cx="4237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Minimize the number of class intermixing</a:t>
            </a:r>
          </a:p>
          <a:p>
            <a:r>
              <a:rPr lang="en-US" dirty="0"/>
              <a:t>Maximize profit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03B0B8-516E-7485-F894-267F23FA722E}"/>
              </a:ext>
            </a:extLst>
          </p:cNvPr>
          <p:cNvSpPr txBox="1"/>
          <p:nvPr/>
        </p:nvSpPr>
        <p:spPr>
          <a:xfrm>
            <a:off x="1248098" y="4837471"/>
            <a:ext cx="5558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Fitness: profit = ticket </a:t>
            </a:r>
            <a:r>
              <a:rPr lang="en-US" dirty="0" err="1"/>
              <a:t>prices+cost</a:t>
            </a:r>
            <a:r>
              <a:rPr lang="en-US" dirty="0"/>
              <a:t> of engines-discount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38983D-5C46-3C5F-571F-083ACF49BBA6}"/>
              </a:ext>
            </a:extLst>
          </p:cNvPr>
          <p:cNvSpPr txBox="1"/>
          <p:nvPr/>
        </p:nvSpPr>
        <p:spPr>
          <a:xfrm>
            <a:off x="1317637" y="5221551"/>
            <a:ext cx="7355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Percent happy customers = max(100,percent happy*100+minutes_early) </a:t>
            </a:r>
          </a:p>
        </p:txBody>
      </p:sp>
    </p:spTree>
    <p:extLst>
      <p:ext uri="{BB962C8B-B14F-4D97-AF65-F5344CB8AC3E}">
        <p14:creationId xmlns:p14="http://schemas.microsoft.com/office/powerpoint/2010/main" val="3931581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726DA5-2B19-F1C5-DB04-76770D16A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342469"/>
            <a:ext cx="10993384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1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E56394-3C73-E951-084F-B7DE2226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547285"/>
            <a:ext cx="8183117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05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F8FA785-875F-68C4-00B2-1BE4AEFF07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D97B1823-966F-DBEA-3E07-02936A64D1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8999"/>
            <a:ext cx="2204545" cy="220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93F8B3-F63E-F32A-4BE4-3D3E84F96F8A}"/>
              </a:ext>
            </a:extLst>
          </p:cNvPr>
          <p:cNvSpPr txBox="1"/>
          <p:nvPr/>
        </p:nvSpPr>
        <p:spPr>
          <a:xfrm>
            <a:off x="7070835" y="3605049"/>
            <a:ext cx="4068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Each dining or bathroom car can serve 20 people.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66820A-2EF7-53BC-5CC6-C37302DCB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2114366"/>
            <a:ext cx="10355120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3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81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Kshanti Greene</dc:creator>
  <cp:lastModifiedBy>Kshanti Greene</cp:lastModifiedBy>
  <cp:revision>1</cp:revision>
  <dcterms:created xsi:type="dcterms:W3CDTF">2026-02-11T16:33:37Z</dcterms:created>
  <dcterms:modified xsi:type="dcterms:W3CDTF">2026-02-12T15:43:42Z</dcterms:modified>
</cp:coreProperties>
</file>